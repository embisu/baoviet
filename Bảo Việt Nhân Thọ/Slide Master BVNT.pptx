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B0C822-5BC2-8026-8425-FA94166730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804"/>
            <a:ext cx="12191999" cy="6849437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782B441C-50A9-4F96-E580-D7211DF7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267" y="3613247"/>
            <a:ext cx="7941168" cy="7245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300" b="1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28D601A-C4E1-E051-8E14-59A257D2AE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759" y="4342923"/>
            <a:ext cx="7940182" cy="4599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en-VN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FF44CEF-1FC4-2322-8877-B6727C37BD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7267" y="4890582"/>
            <a:ext cx="7940182" cy="30008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71516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FD5872-A2C5-D980-D0CE-80D36E1E7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266" y="1121"/>
            <a:ext cx="12173467" cy="68524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DCC47BA-DF55-0F4E-2620-9EE8C05A4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6655" y="3256505"/>
            <a:ext cx="925945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VN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A538F0C-192F-E999-BDB9-34F018E9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0908" y="1469409"/>
            <a:ext cx="1347665" cy="825965"/>
          </a:xfrm>
          <a:prstGeom prst="rect">
            <a:avLst/>
          </a:prstGeom>
        </p:spPr>
        <p:txBody>
          <a:bodyPr/>
          <a:lstStyle>
            <a:lvl1pPr algn="ctr">
              <a:defRPr sz="4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E7E04-E399-BF4B-80FC-E3D49DA4311C}" type="slidenum">
              <a:rPr kumimoji="0" lang="en-VN" sz="4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VN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5BD2E-48C5-38A6-ADF6-73D746A5F4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018" y="1469409"/>
            <a:ext cx="9130668" cy="82596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NỘI DUNG PHẦN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2048638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1D8C06-12F0-ED81-514A-A602AEA884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5599"/>
            <a:ext cx="12218464" cy="68524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DCC47BA-DF55-0F4E-2620-9EE8C05A4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6655" y="1773238"/>
            <a:ext cx="53617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2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VN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A538F0C-192F-E999-BDB9-34F018E9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0908" y="110547"/>
            <a:ext cx="595747" cy="365125"/>
          </a:xfrm>
          <a:prstGeom prst="rect">
            <a:avLst/>
          </a:prstGeom>
        </p:spPr>
        <p:txBody>
          <a:bodyPr/>
          <a:lstStyle>
            <a:lvl1pPr algn="ctr">
              <a:defRPr sz="19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E7E04-E399-BF4B-80FC-E3D49DA4311C}" type="slidenum">
              <a:rPr kumimoji="0" lang="en-VN" sz="1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VN" sz="1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5BD2E-48C5-38A6-ADF6-73D746A5F4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6656" y="110547"/>
            <a:ext cx="4036291" cy="3651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19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TIÊU ĐỀ NỘI DUNG</a:t>
            </a:r>
            <a:endParaRPr lang="en-VN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0F23DCA-C366-7B0C-F7D2-B17153DFFBB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770255" y="1773238"/>
            <a:ext cx="4400406" cy="358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11869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BAE67A-1CBB-9F7E-BD09-E50E42C1C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0" b="10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158AD9-2210-BADC-F5F4-6131820CA5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8981" y="3159919"/>
            <a:ext cx="3334039" cy="5381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500" b="1" i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 dirty="0"/>
              <a:t>Click to edit text style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8840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B0C822-5BC2-8026-8425-FA94166730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6804"/>
            <a:ext cx="12191999" cy="6849437"/>
          </a:xfrm>
          <a:prstGeom prst="rect">
            <a:avLst/>
          </a:prstGeom>
        </p:spPr>
      </p:pic>
      <p:sp>
        <p:nvSpPr>
          <p:cNvPr id="8" name="Title 16">
            <a:extLst>
              <a:ext uri="{FF2B5EF4-FFF2-40B4-BE49-F238E27FC236}">
                <a16:creationId xmlns:a16="http://schemas.microsoft.com/office/drawing/2014/main" id="{782B441C-50A9-4F96-E580-D7211DF7C034}"/>
              </a:ext>
            </a:extLst>
          </p:cNvPr>
          <p:cNvSpPr txBox="1">
            <a:spLocks/>
          </p:cNvSpPr>
          <p:nvPr userDrawn="1"/>
        </p:nvSpPr>
        <p:spPr>
          <a:xfrm>
            <a:off x="907267" y="3613247"/>
            <a:ext cx="7941168" cy="72457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b="1" i="0" kern="1200">
                <a:solidFill>
                  <a:schemeClr val="bg1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VN" dirty="0"/>
          </a:p>
        </p:txBody>
      </p:sp>
      <p:sp>
        <p:nvSpPr>
          <p:cNvPr id="9" name="Text Placeholder 28">
            <a:extLst>
              <a:ext uri="{FF2B5EF4-FFF2-40B4-BE49-F238E27FC236}">
                <a16:creationId xmlns:a16="http://schemas.microsoft.com/office/drawing/2014/main" id="{028D601A-C4E1-E051-8E14-59A257D2AE55}"/>
              </a:ext>
            </a:extLst>
          </p:cNvPr>
          <p:cNvSpPr txBox="1">
            <a:spLocks/>
          </p:cNvSpPr>
          <p:nvPr userDrawn="1"/>
        </p:nvSpPr>
        <p:spPr>
          <a:xfrm>
            <a:off x="907759" y="4342923"/>
            <a:ext cx="7940182" cy="4599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00" b="1" i="0" kern="1200">
                <a:solidFill>
                  <a:schemeClr val="bg1"/>
                </a:solidFill>
                <a:latin typeface="Barlow SemiBold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Click to edit Master subtitle style</a:t>
            </a:r>
            <a:endParaRPr lang="en-VN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EFF44CEF-1FC4-2322-8877-B6727C37BD1B}"/>
              </a:ext>
            </a:extLst>
          </p:cNvPr>
          <p:cNvSpPr txBox="1">
            <a:spLocks/>
          </p:cNvSpPr>
          <p:nvPr userDrawn="1"/>
        </p:nvSpPr>
        <p:spPr>
          <a:xfrm>
            <a:off x="907267" y="4890582"/>
            <a:ext cx="7940182" cy="30008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Click to edit Master text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57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9" r:id="rId2"/>
    <p:sldLayoutId id="2147483680" r:id="rId3"/>
    <p:sldLayoutId id="2147483681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515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Barlow</vt:lpstr>
      <vt:lpstr>Barlow SemiBold</vt:lpstr>
      <vt:lpstr>Calibri</vt:lpstr>
      <vt:lpstr>1_Office Theme</vt:lpstr>
      <vt:lpstr>PowerPoint Presentation</vt:lpstr>
    </vt:vector>
  </TitlesOfParts>
  <Company>BaoViet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 Duc Nghia</dc:creator>
  <cp:lastModifiedBy>Pho Duc Nghia</cp:lastModifiedBy>
  <cp:revision>2</cp:revision>
  <dcterms:created xsi:type="dcterms:W3CDTF">2026-03-17T03:05:10Z</dcterms:created>
  <dcterms:modified xsi:type="dcterms:W3CDTF">2026-03-17T03:10:08Z</dcterms:modified>
</cp:coreProperties>
</file>